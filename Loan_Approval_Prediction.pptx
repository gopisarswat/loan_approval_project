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263776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263776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188720"/>
            <a:ext cx="822960" cy="822960"/>
          </a:xfrm>
          <a:prstGeom prst="ellipse">
            <a:avLst/>
          </a:prstGeom>
          <a:solidFill>
            <a:srgbClr val="3B4A8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140269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Approval Prediction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3375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classification workflow to predict loan approval from applicant data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Workflow   </a:t>
            </a:r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  </a:t>
            </a:r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   </a:t>
            </a:r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55412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65836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a loan application should be Approved or Rejected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is based on applicant information: income, education, employment, credit history, and property details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as a binary classification problem (Approved / Rejected)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a working, explainable, and deployable prediction system — not just a notebook model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589520" y="1371600"/>
            <a:ext cx="3931920" cy="4114800"/>
          </a:xfrm>
          <a:prstGeom prst="roundRect">
            <a:avLst>
              <a:gd name="adj" fmla="val 186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86384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863840" y="2057400"/>
            <a:ext cx="33832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Loan Prediction dataset (Kaggle / Analytics Vidhya)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 applicant records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columns: demographics, income, loan terms, credit history, property area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55412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&amp; Tasks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2286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for categorical columns, median for numeric columns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37560" y="14630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20440" y="1645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35204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520440" y="2286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Categorical Data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3520440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Label-encode income bracket, education, employment, property area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126480" y="14630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309360" y="1645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63093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309360" y="2286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Multiple Models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309360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Decision Tree, Random Forest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915400" y="14630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098280" y="1645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19"/>
          <p:cNvSpPr/>
          <p:nvPr/>
        </p:nvSpPr>
        <p:spPr>
          <a:xfrm>
            <a:off x="90982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9098280" y="2286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Performance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9098280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 score across all models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48640" y="3703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simple prediction form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548640" y="41148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and encoding logic lives in one training script (train_model.py)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(by F1 score) is saved and reused by the prediction service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HTML form collects applicant details and displays the prediction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55412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138160" cy="173736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1371600"/>
                <a:gridCol w="1371600"/>
                <a:gridCol w="137160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33375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selected as the best model (highest F1 score)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548640" y="3886200"/>
            <a:ext cx="8138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models trained on the same cleaned, encoded data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using accuracy, precision, recall, and F1 score — not accuracy alone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 balances false approvals against false rejections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model (Logistic Regression) outperformed tree-based models here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8961120" y="141732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961120" y="16002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200" dirty="0"/>
          </a:p>
        </p:txBody>
      </p:sp>
      <p:sp>
        <p:nvSpPr>
          <p:cNvPr id="10" name="Text 6"/>
          <p:cNvSpPr/>
          <p:nvPr/>
        </p:nvSpPr>
        <p:spPr>
          <a:xfrm>
            <a:off x="9144000" y="24231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models trained &amp; compared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8961120" y="374904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8961120" y="3931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93.4%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9144000" y="47091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 score (Logistic Regression)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55412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Analysis: Prediction Errors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DECEA"/>
          </a:solidFill>
          <a:ln/>
        </p:spPr>
      </p:sp>
      <p:sp>
        <p:nvSpPr>
          <p:cNvPr id="6" name="Shape 3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rgbClr val="C0362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" y="1913839"/>
            <a:ext cx="241402" cy="2414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7830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 Approval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868680" y="251460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loan that should be rejected is predicted approved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output: False Positive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financial / credit risk to the lender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is lent to an applicant unlikely to repay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Highest-priority error to minimize in production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21792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EAFAF0"/>
          </a:solidFill>
          <a:ln/>
        </p:spPr>
      </p:sp>
      <p:sp>
        <p:nvSpPr>
          <p:cNvPr id="11" name="Shape 7"/>
          <p:cNvSpPr/>
          <p:nvPr/>
        </p:nvSpPr>
        <p:spPr>
          <a:xfrm>
            <a:off x="6537960" y="1783080"/>
            <a:ext cx="502920" cy="502920"/>
          </a:xfrm>
          <a:prstGeom prst="ellipse">
            <a:avLst/>
          </a:prstGeom>
          <a:solidFill>
            <a:srgbClr val="1A7F37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719" y="1913839"/>
            <a:ext cx="241402" cy="2414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23760" y="17830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 Rejection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537960" y="251460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loan that should be approved is predicted rejected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output: False Negative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business for the lender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unfair, costly outcome for a credit-worthy applicant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usually accepted to reduce false approvals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55412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Deployment: API &amp; Prediction Form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463040"/>
            <a:ext cx="52120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train_model.py — cleans, encodes, trains, and saves the best model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— FastAPI service exposing POST /predict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frontend/index.html — minimal form for applicant input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details → API returns decision + approval probability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separation of training and serving reflects real deployment design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82512" y="1854451"/>
            <a:ext cx="5340096" cy="3972059"/>
          </a:xfrm>
          <a:prstGeom prst="roundRect">
            <a:avLst>
              <a:gd name="adj" fmla="val 1381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1" descr="frontend_screensh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64179"/>
            <a:ext cx="5120640" cy="375260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82512" y="5853941"/>
            <a:ext cx="5340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applicant form + live prediction result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 Approval Prediction</dc:title>
  <dc:subject>PptxGenJS Presentation</dc:subject>
  <dc:creator>Loan Approval Prediction Project</dc:creator>
  <cp:lastModifiedBy>Loan Approval Prediction Project</cp:lastModifiedBy>
  <cp:revision>1</cp:revision>
  <dcterms:created xsi:type="dcterms:W3CDTF">2026-07-08T05:20:29Z</dcterms:created>
  <dcterms:modified xsi:type="dcterms:W3CDTF">2026-07-08T05:20:29Z</dcterms:modified>
</cp:coreProperties>
</file>